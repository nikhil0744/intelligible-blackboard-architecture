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Notes: Introduce the project thesis. Explain that multi-agent systems fail today not because the models are weak, but because unstructured group-chat architectures lead to ungrounded consensus and endless contradiction loops. Our framework solves this with three tightly coupled ideas: a transactional blackboard, the formal PXP grammar, and a counterfactual sandbox that acts as an automated time machine whenever agents reach an impasse.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Notes: Emphasize the extraordinary execution speed of the team. The original proposal planned these milestones across a 10-week window. Today, Milestones 1, 2, and 3 are completely unified on main with 172 passing tests. Every layer—from low-level Redis locks to the high-level React UI and dataset loaders—is built, verified, and operational.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Notes: Highlight how cleanly the four roles fit together. Student 1 built the transactional spine, Student 2 built the agent minds, Student 3 built the self-correcting time machine, and Student 4 built the telemetry cockpit and experimental benchmarking harness. Every member delivered exactly according to the project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D274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t>MULTI-AGENT COLLABORATION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Intelligible Blackboard Architecture with Counterfactual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Replacing unconstrained chat with structured shared state, two-way intelligibility, and autonomous deadlock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CA5A5"/>
                </a:solidFill>
              </a:defRPr>
            </a:pPr>
            <a:r>
              <a:t>🚨 The Multi-Agent Problem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Chat Bloat &amp; Context Drift: Linear conversational passing (A ↔ B ↔ C) floods context windows with conversational noise.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Ungrounded Hallucinated Consensus: Agents agree prematurely without verifiable reasoning steps.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Circular Contradiction Deadlocks: When specialist agents disagree, they get trapped in stubborn loops, burning API tokens until terminal failure.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Zero Explainability: Impossible for humans or auditing systems to trace which turn caused an impasse.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3C5FD"/>
                </a:solidFill>
              </a:defRPr>
            </a:pPr>
            <a:r>
              <a:t>🏛️ The 3 Architectural Pillars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1. Shared Global Blackboard: Central thread-safe state store (Redis / In-Memory) with Optimistic Concurrency Control (OCC) and lease-timeout locks.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2. PXP Protocol (Baskar &amp; Michie): Strict Prediction-eXplanation payloads tagged with 4 operational verbs: RATIFY, REVISE, REFUTE, REJECT.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3. Counterfactual Sandbox Time Machine: Automated snapshot cloning that rewinds history to past forks, simulates 'what-if' rollouts, and injects REVISE fixes.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4. Ultra-Strong Intelligibility: Verifiable updates where agents measurably transfer knowledge.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8B4FE"/>
                </a:solidFill>
              </a:defRPr>
            </a:pPr>
            <a:r>
              <a:t>🔬 Scientific Evaluation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4 Ablation Tiers: Tested across counterfactual agent densities: 0% (baseline), 33%, 66%, and 100% capable teams.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3 Public Benchmarks: Evaluated on MSCoRe (multi-step reasoning), KramaBench (document search), and MedAgentBench (clinical diagnostic consensus).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Key Metrics Evaluated: Consensus resolution rate (%), turns-to-convergence, deadlock recovery frequency, and token cost tradeoffs.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• Outcome: Proves counterfactual branching rescues deadlocked ensembles while maintaining cost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D274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t>DEVELOPMENT MILESTONES &amp; SYSTEM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We Have Done So Far &amp; Milestones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Core scope is ~100% complete across all 4 student streams with 172/172 tests passing and 0 merge conflicts.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583680" cy="4480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3C5FD"/>
                </a:solidFill>
              </a:defRPr>
            </a:pPr>
            <a:r>
              <a:t>🏁 Milestones Delivered Ahead of Schedule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✓ Milestone 1 — Infrastructure &amp; Storage Engine (Student 1)</a:t>
            </a:r>
          </a:p>
          <a:p>
            <a:pPr>
              <a:spcAft>
                <a:spcPts val="700"/>
              </a:spcAft>
              <a:defRPr sz="1000">
                <a:solidFill>
                  <a:srgbClr val="CBD5E1"/>
                </a:solidFill>
              </a:defRPr>
            </a:pPr>
            <a:r>
              <a:t>Shipped Redis &amp; In-Memory blackboard with OCC versioning, distributed TTL locks, and deterministic priority queue turn scheduler.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✓ Milestone 2 — LLM Brokering &amp; Persona Matrix (Student 2)</a:t>
            </a:r>
          </a:p>
          <a:p>
            <a:pPr>
              <a:spcAft>
                <a:spcPts val="700"/>
              </a:spcAft>
              <a:defRPr sz="1000">
                <a:solidFill>
                  <a:srgbClr val="CBD5E1"/>
                </a:solidFill>
              </a:defRPr>
            </a:pPr>
            <a:r>
              <a:t>Implemented multi-threaded ModelBroker (Ollama local 7B, LiteLLM, Mock), VRAM protection semaphores, 9 domain personas, and robust JSON parser.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✓ Milestone 3 — Counterfactual Sandbox &amp; Deadlock Solver (Student 3)</a:t>
            </a:r>
          </a:p>
          <a:p>
            <a:pPr>
              <a:spcAft>
                <a:spcPts val="700"/>
              </a:spcAft>
              <a:defRPr sz="1000">
                <a:solidFill>
                  <a:srgbClr val="CBD5E1"/>
                </a:solidFill>
              </a:defRPr>
            </a:pPr>
            <a:r>
              <a:t>Delivered checkpoint root-cause attribution, isolated sandbox branch manager, Shannon entropy branch scoring, and live daemon with Priority-0 preemption.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✓ Milestone 4a Preview — Benchmarking &amp; Telemetry UI (Student 4)</a:t>
            </a:r>
          </a:p>
          <a:p>
            <a:pPr>
              <a:spcAft>
                <a:spcPts val="700"/>
              </a:spcAft>
              <a:defRPr sz="1000">
                <a:solidFill>
                  <a:srgbClr val="CBD5E1"/>
                </a:solidFill>
              </a:defRPr>
            </a:pPr>
            <a:r>
              <a:t>Delivered all 3 dataset ingestors (MSCoRe, MedAgentBench, KramaBench), FastAPI WebSocket service, React Flow DAG UI, and publication chart plotting.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3840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172 / 172 PASS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Automated Test Suite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pass rate in ~6.5 seconds across all 15 test suites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063240"/>
            <a:ext cx="3840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0 MERGE CONFLICTS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Branch Integration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Clean merge of all student branches directly into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206240"/>
            <a:ext cx="3840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3 BENCHMARKS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Dataset Ingestion Complete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MSCoRe, MedAgentBench, and KramaBench ready for ablation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5349240"/>
            <a:ext cx="3840480" cy="1051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CI / CD ACTIVE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Continuous Integration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GitHub Actions workflow running matrix tests on Python 3.11 &amp; 3.12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D274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93C5FD"/>
                </a:solidFill>
              </a:defRPr>
            </a:pPr>
            <a:r>
              <a:t>TEAM ROLES &amp; DIVISION OF LABOR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Individual Member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rebalanced 4-person architecture: Storage, Agent Inference, Counterfactuals, and Observability.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Student 1: Infrastructure &amp; Protocol Controller</a:t>
            </a:r>
          </a:p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Shared State Engine, Scheduler, Schemas &amp; Ingest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Built Redis &amp; In-Memory state store (storage/redis_store.py) with OCC versioning &amp; TTL locks.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Engineered deterministic priority queue turn scheduler (scheduler/engine.py, queue.py).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Authored shared Pydantic v2 data models and JSON schema export pipeline (contracts/).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Authored dataset adapters for MedAgentBench and KramaBench (ingest/).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Student 2: Agent Engineering &amp; Model Inference</a:t>
            </a:r>
          </a:p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Local Model Broker, Domain Personas &amp; PEX Lifecycle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Built ModelBroker (llm_broker/) supporting Ollama local 7B, LiteLLM, and mock backends.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Added BoundedSemaphore concurrency protection preventing GPU VRAM exhaustion.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Implemented 9 distinct personas (prompts/personas.json) across Medical, Engineering, Data, General.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Engineered bracket-counting JSON parser and regex repair in prompts/parser.py.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Student 3: Counterfactual Sandbox &amp; Deadlock Architect</a:t>
            </a:r>
          </a:p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History Branching, Credit Assignment &amp; Self-Correction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Engineered consensus checkpoint attribution engine (counterfactual/attribution.py).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Built isolated deep-copy SandboxManager (sandbox/manager.py) for 'what-if' rollouts.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Implemented Shannon entropy reduction branch scoring &amp; causality blame/credit assignment.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Developed live DeadlockSolverDaemon (solver.py) with Priority-0 scheduler preemption.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51960"/>
            <a:ext cx="5120640" cy="2148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Student 4 (Lead): Visualization UI &amp; Benchmarking</a:t>
            </a:r>
          </a:p>
          <a:p>
            <a:pPr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Real-Time Streaming, Dashboard, MSCoRe &amp; Analytics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Built FastAPI WebSocket streaming service (streaming/) with per-socket write locks &amp; deque history.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Engineered interactive React/Vite dashboard (frontend/) with live PXP node DAG and split-panel view.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Authored MSCoRe dataset ingestor and shared combinatorial batch trial runner (benchmarks/mscore.py).</a:t>
            </a:r>
          </a:p>
          <a:p>
            <a:pPr>
              <a:spcAft>
                <a:spcPts val="250"/>
              </a:spcAft>
              <a:defRPr sz="880">
                <a:solidFill>
                  <a:srgbClr val="CBD5E1"/>
                </a:solidFill>
              </a:defRPr>
            </a:pPr>
            <a:r>
              <a:t>• Developed publication analytics and automated Matplotlib figure plotting scripts (analytics/).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